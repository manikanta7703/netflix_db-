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Netflix Database 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Presented by: Manikanta</a:t>
            </a:r>
          </a:p>
          <a:p>
            <a:r>
              <a:t>College: IT Vedanth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Netflix is a leading online streaming platform offering movies, series, and documentaries globally.</a:t>
            </a:r>
          </a:p>
          <a:p>
            <a:r>
              <a:t>This project demonstrates how a relational SQL database can efficiently manage Netflix's data including users, movies, subscriptions, and reviews.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Design a relational SQL database for Netflix</a:t>
            </a:r>
          </a:p>
          <a:p>
            <a:r>
              <a:t>- Manage user data, subscriptions, and movie catalog</a:t>
            </a:r>
          </a:p>
          <a:p>
            <a:r>
              <a:t>- Retrieve insights using SQL queries</a:t>
            </a:r>
          </a:p>
          <a:p>
            <a:r>
              <a:t>- Ensure data consistency and normalization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project covers:</a:t>
            </a:r>
          </a:p>
          <a:p>
            <a:r>
              <a:t>- User registration and subscription tracking</a:t>
            </a:r>
          </a:p>
          <a:p>
            <a:r>
              <a:t>- Movie and genre management</a:t>
            </a:r>
          </a:p>
          <a:p>
            <a:r>
              <a:t>- Watch history and ratings</a:t>
            </a:r>
          </a:p>
          <a:p>
            <a:r>
              <a:t>- Payment tracking and revenue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MySQL Workbench</a:t>
            </a:r>
          </a:p>
          <a:p>
            <a:r>
              <a:t>• MySQL Database Server</a:t>
            </a:r>
          </a:p>
          <a:p>
            <a:r>
              <a:t>• PowerPoint for presentation</a:t>
            </a:r>
          </a:p>
          <a:p>
            <a:r>
              <a:t>• SQL query console for testing queries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Database: Netflix_DB</a:t>
            </a:r>
          </a:p>
          <a:p>
            <a:r>
              <a:t>Tables:</a:t>
            </a:r>
          </a:p>
          <a:p>
            <a:r>
              <a:t>1. Users</a:t>
            </a:r>
          </a:p>
          <a:p>
            <a:r>
              <a:t>2. Movies</a:t>
            </a:r>
          </a:p>
          <a:p>
            <a:r>
              <a:t>3. Subscriptions</a:t>
            </a:r>
          </a:p>
          <a:p>
            <a:r>
              <a:t>4. Plans</a:t>
            </a:r>
          </a:p>
          <a:p>
            <a:r>
              <a:t>5. Watch_History</a:t>
            </a:r>
          </a:p>
          <a:p>
            <a:r>
              <a:t>6. Payments</a:t>
            </a:r>
          </a:p>
          <a:p>
            <a:r>
              <a:t>7. Genres</a:t>
            </a:r>
          </a:p>
          <a:p>
            <a:r>
              <a:t>8. Reviews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diagram shows all the relationships among tables.</a:t>
            </a:r>
          </a:p>
          <a:p/>
          <a:p>
            <a:r>
              <a:t>[Insert ER Diagram Screenshot Here from MySQL Workbench]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Users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Stores user data including name, email, country, and registration date.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Movies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Contains details about movies including title, genre, release year, and rating.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Genres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Defines movie categories like Action, Drama, Comedy, etc.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Plans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Stores available subscription plans with pricing details.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Subscriptions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Links users with their chosen plan and active period.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Payments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Records payment transactions for subscriptions.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Watch_History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Tracks movies watched by users with timestamps.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Reviews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Contains user ratings and comments for movies.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Real-Time SQL Scenarios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Retrieve top 10 most-watched movies</a:t>
            </a:r>
          </a:p>
          <a:p>
            <a:r>
              <a:t>2. Find total revenue by subscription plan</a:t>
            </a:r>
          </a:p>
          <a:p>
            <a:r>
              <a:t>3. List active users by country</a:t>
            </a:r>
          </a:p>
          <a:p>
            <a:r>
              <a:t>4. Display most-rated genre</a:t>
            </a:r>
          </a:p>
          <a:p>
            <a:r>
              <a:t>5. Identify top users by total watch hours</a:t>
            </a:r>
          </a:p>
          <a:p>
            <a:r>
              <a:t>6. Movies released after 2023 with average rating &gt; 8</a:t>
            </a:r>
          </a:p>
          <a:p>
            <a:r>
              <a:t>7. Count of users per plan</a:t>
            </a:r>
          </a:p>
          <a:p>
            <a:r>
              <a:t>8. Recently subscribed users</a:t>
            </a:r>
          </a:p>
          <a:p>
            <a:r>
              <a:t>9. Movies watched by a specific user</a:t>
            </a:r>
          </a:p>
          <a:p>
            <a:r>
              <a:t>10. Monthly revenue trend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Insights and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Action and Drama are the most-watched genres.</a:t>
            </a:r>
          </a:p>
          <a:p>
            <a:r>
              <a:t>• Premium plan generates the highest revenue.</a:t>
            </a:r>
          </a:p>
          <a:p>
            <a:r>
              <a:t>• Majority of users prefer mobile streaming.</a:t>
            </a:r>
          </a:p>
          <a:p>
            <a:r>
              <a:t>• Positive correlation between rating and rewatch rate.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Faced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Maintaining foreign key constraints</a:t>
            </a:r>
          </a:p>
          <a:p>
            <a:r>
              <a:t>- Avoiding redundancy through normalization</a:t>
            </a:r>
          </a:p>
          <a:p>
            <a:r>
              <a:t>- Query optimization for large datasets</a:t>
            </a:r>
          </a:p>
          <a:p>
            <a:r>
              <a:t>- Managing NULL and inconsistent data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Netflix Database Management System efficiently handles user, movie, and subscription data.</a:t>
            </a:r>
          </a:p>
          <a:p>
            <a:r>
              <a:t>With SQL queries, meaningful insights such as revenue trends and viewer preferences can be extracted.</a:t>
            </a:r>
          </a:p>
          <a:p>
            <a:r>
              <a:t>Future scope includes integrating AI for personalized recommendations.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MySQL Documentation</a:t>
            </a:r>
          </a:p>
          <a:p>
            <a:r>
              <a:t>- Netflix Public Datasets (Kaggle)</a:t>
            </a:r>
          </a:p>
          <a:p>
            <a:r>
              <a:t>- SQL Tutorials (W3Schools, GeeksforGeeks)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